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קצרה: מי אני, ומה נבנה — שעון נוכחות Full-Stack. אתחיל בהדגמה חיה של החתמת כניסה/יציאה.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סקירה של הזרימה: כניסה פותחת משמרת, יציאה סוגרת אותה ומחשבת 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בחרתי .NET 8 LTS ליציבות, ו-LocalDB כדי לעמוד בדרישת SQL Server בלי התקנת שרת כבד.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ה-API הוא הבעלים של הזמן: הוא פונה למקורות החיצוניים, לא הדפדפן ולא שעון השרת.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החלק שישאלו עליו הכי הרבה. משפט מפתח: או שיש זמן חיצוני קובע, או שההחתמה נדחית.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Akamai ו-Cloudflare ראשונים כי הם עוברים את ה-proxy הארגוני שחוסם חלק משירותי הזמן.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שומרים גם UTC וגם ציריך: UTC לחישוב נכון חוצה-חצות/DST, ציריך למה שהעובד ראה.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לצטט 3-4 מהם בביטחון: כניסה כפולה, מירוץ מקביליות, DST, ותקלת מקור זמן.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הבדיקות מדגימות שהמערכת מסרבת לרשום כשאין זמן חיצוני — הדרישה הקריטית מכוסה בבדיקה.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להדגיש שכל החלטה נובעת מהדרישה או מאיכות — לא שרירותית.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לענות בקצרה ובביטחון; להבחין תמיד בין תצוגה לרישום.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להראות מודעות למגבלות (אבטחה) ולכיוון המשך — זה מרשים מנהלים.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לסכם במשפט: או שיש זמן חיצוני קובע או שאין החתמה. להזמין שאלות ולעבור לקוד החי.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097280"/>
            <a:ext cx="3291840" cy="3291840"/>
          </a:xfrm>
          <a:prstGeom prst="ellipse">
            <a:avLst/>
          </a:prstGeom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4392" y="-548640"/>
            <a:ext cx="1828800" cy="1828800"/>
          </a:xfrm>
          <a:prstGeom prst="ellipse">
            <a:avLst/>
          </a:prstGeom>
          <a:ln w="1905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מטלת בית · Full-Stack Developer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שעון נוכחות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החתמת כניסה/יציאה מבוססת שעה חיצונית · אזור הזמן Europe/Zurich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2212848" cy="502920"/>
          </a:xfrm>
          <a:prstGeom prst="roundRect">
            <a:avLst>
              <a:gd name="adj" fmla="val 4909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90088" y="4023360"/>
            <a:ext cx="1792224" cy="502920"/>
          </a:xfrm>
          <a:prstGeom prst="roundRect">
            <a:avLst>
              <a:gd name="adj" fmla="val 4909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402336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10912" y="402336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1112" y="4023360"/>
            <a:ext cx="1056132" cy="502920"/>
          </a:xfrm>
          <a:prstGeom prst="roundRect">
            <a:avLst>
              <a:gd name="adj" fmla="val 49091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4023360"/>
            <a:ext cx="10561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הוגש ע‏"י: ______________     ·     תאריך: 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כללית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המערכת עושה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0" y="155448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בוחר את עצמו ומחתים כניסה (Clock In) ויציאה (Clock Out).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החתמה נחתמת בזמן שמתקבל משירות חיצוני עבור Europe/Zurich.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מציגה מצב נוכחי, מחוון שעון חי, והיסטוריית משמרות עם משך.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ולידציות ומקרי קצה נאכפים בצד השרת — לא בדפדפן.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פתוחה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33756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טכנולוגיות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הסטאק הטכנולוגי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6636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2516" y="224028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84251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951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9516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9516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ממשק RTL בעברית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28716" y="224028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72871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5716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Web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5716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· DI · Middleware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89036" y="19202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14916" y="22402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61491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7191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71916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SQL Server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71916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LocalDB · מיגרציות + הזרעה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שכבות + מקור זמן חיצוני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06240" y="173736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0" y="202996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0744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90195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דפדפן — React SPA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23134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בורר עובד · כפתורים · מחוון שעון · טבלה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8803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315468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44200" y="3447288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33192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— ASP.NET 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73075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· AttendanceService · ZurichTimeProvider · EF 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42976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457200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44200" y="486460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73659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 — SQL Server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51480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· AttendanceRecords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194560"/>
            <a:ext cx="320040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 זמן חיצוניים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2880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time.akamai.com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cloudflare.com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worldtimeapi.org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timeapi.io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2286000"/>
            <a:ext cx="10058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הדרישה הקריטית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הזמן חייב להגיע ממקור חיצוני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Clock In / Clock Out מבוסס על שעה משירות API חיצוני ל‏Europe/Zurich — לעולם לא שעון הדפדפן ולא שעון השרת המקומי.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6636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790956" y="36118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5236" y="4343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שעון דפדפן/שרת ניתן לשינוי או לא מסונכרן — לא אמין לרישום נוכחות.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836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677156" y="3611880"/>
            <a:ext cx="201168" cy="20116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631436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1436" y="4343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זמן ייעודית הפונה למקור חיצוני קובע בכל החתמה.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89036" y="338328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63356" y="361188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517636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הערובה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17636" y="43434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אין זמן חיצוני קובע — ההחתמה נדחית (503), לא נסוגים לשעון השרת.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הזמן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ספקים + Fallback מבוקר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0" y="1600200"/>
            <a:ext cx="5577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מנסים מקורות לפי סדר — הראשון שמצליח מנצח.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המקור מספק את הרגע ב-UTC (מקור האמת לאחסון).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המרה לשעון ציריך דרך מסד IANA — כולל שעון קיץ (DST).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כשל בכולם → שחזור מ-offset שמור (מסומן), אחרת 503.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56232"/>
            <a:ext cx="493776" cy="49377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time.akamai.com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724912"/>
            <a:ext cx="493776" cy="49377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24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724912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cloudflare.com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593592"/>
            <a:ext cx="493776" cy="4937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593592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worldtimeapi.org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4462272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462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462272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timeapi.io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הנתונים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09360" y="1737360"/>
            <a:ext cx="5330952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23317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EmployeeNumber (ייחודי)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· LastName · Email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IsActive — עובד פעיל בלבד מחתים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30952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AttendanceRecords (משמרת)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ClockInUtc — הרגע הקובע (UTC)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ClockInZurich — שעון ציריך (תיעוד/תצוגה)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ClockOutUtc = NULL → משמרת פתוחה</a:t>
            </a:r>
            <a:endParaRPr lang="en-US" sz="14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IsFallback — עקיבוּת מקור הזמן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75488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 ייחודי מסונן  (WHERE ClockOutUtc IS NULL)  →  משמרת פתוחה אחת לכל היותר לעובד — רשת ביטחון מפני מירוץ מקביליות.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עמידוּת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מקרי קצה שטופלו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8348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47188" y="2121408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כפולה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042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9260" y="2121408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58902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יציאה ללא משמרת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902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2492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1332" y="2121408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092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מירוץ מקביליות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1092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84564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233404" y="212140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313164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משמרת לילה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13164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" y="3611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47188" y="381304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" y="3867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שעון קיץ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" y="4389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60420" y="3611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9260" y="381304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589020" y="3867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סחף שעון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89020" y="4389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קיבוע 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22492" y="3611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71332" y="381304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451092" y="3867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 זמן נפל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1092" y="4389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84564" y="3611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233404" y="3813048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9313164" y="3867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לא קיים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3164" y="43891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איכות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וטיפול בשגיאות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xUnit עוברות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7040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יחידה ל-AttendanceService עם מקור זמן מזויף (ללא רשת/DB).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מכסות: כניסה/יציאה, משך, כפילות, מקור לא זמין, סחף שעון.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שגיאות מרוכז ב-Middleware → תגובות JSON אחידות.</a:t>
            </a:r>
            <a:endParaRPr lang="en-US" sz="17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הפרדת אחריות: לוגיקה / זמן / גישה לנתונים — ניתן לבדיקה בבידוד.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שיקולים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ו-Tradeoffs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76672" y="2176272"/>
            <a:ext cx="219456" cy="21945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8 (LTS)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823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יציבות ותמיכה ארוכת טווח על פני הגרסה החדשה ביותר.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37392" y="217627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945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+ ציריך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7823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כמקור אמת לחישוב; ציריך לתיעוד ולקריאוּת דוחות.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76672" y="4279392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מאחורי ממשק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47823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IZurichTimeProvider — ניתן להחלפה, ל-fallback ולבדיקה.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137392" y="4279392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9768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Proxy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4800600"/>
            <a:ext cx="47823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פשטות בפיתוח — הדפדפן פונה לאותו origin, בלי CORS.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הכנה לראיון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צפויות (1) — הזמן והארכיטקטורה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28216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מבטיחים שהזמן לא מגיע מהדפדפן/שרת?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החתמה קוראת בצד השרת למקור חיצוני; המחוון בדפדפן הוא תצוגה בלבד.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אם שירות הזמן נופל?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4 ספקים → fallback מ-offset שמור → אחרת דחייה ב-503.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מטפלים בשעון קיץ (DST)?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71416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שומרים UTC וממירים לציריך דרך מסד IANA שנושא את חוקי ה-DST.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04104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לשמור גם UTC וגם ציריך?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41848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למקור אמת ולחישוב; ציריך לתיעוד מדויק ולקריאוּת.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הכנה לראיון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צפויות (2) — נתונים, איכות והמשך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28216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מונעים שתי משמרות פתוחות במקביל?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אינדקס ייחודי מסונן ברמת ה-DB, מעבר לבדיקה בקוד.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בדקת ואיך?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בדיקות xUnit לכללי הנוכחות עם מקור זמן מזויף, בבידוד.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האבטחה? אין התחברות.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71416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לפשטות ההדגמה; הצעד הבא — אימות לכל עובד (JWT/SSO) ותפקיד מנהל.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04104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היית משפרת בהמשך?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41848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אימות, דשבורד ניהול + CSV, מעקב הפסקות, caching לשירות הזמן.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ln w="2540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נוכחות עם זמן חיצוני — עמידה ומדויקת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37760" y="246888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מלא: React + ASP.NET Core 8 + SQL Server.</a:t>
            </a:r>
            <a:endParaRPr lang="en-US" sz="18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קובע ממקור חיצוני ל-Europe/Zurich — לעולם לא שעון מקומי.</a:t>
            </a:r>
            <a:endParaRPr lang="en-US" sz="18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מקרי קצה, מקביליות ו-DST מטופלים; מכוסה בבדיקות.</a:t>
            </a:r>
            <a:endParaRPr lang="en-US" sz="1800" dirty="0"/>
          </a:p>
          <a:p>
            <a:pPr algn="r"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צעדי המשך: אימות משתמשים, דשבורד ניהול + ייצוא CSV.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— שאלות?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2026-07-16T20:20:24Z</dcterms:created>
  <dcterms:modified xsi:type="dcterms:W3CDTF">2026-07-16T20:20:24Z</dcterms:modified>
</cp:coreProperties>
</file>